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ไม่ใช่ถ้าดูดัชนีโลก — แต่ราคาหน้าฟาร์ม (ราคาที่เกษตรกรขายได้) บอกคนละเรื่อง
• ราคาหน้าฟาร์มไทยแปดจากสิบเจ็ดรายการลดลงเมื่อเทียบกับปีก่อน
• เนื้อวัว: หน้าฟาร์ม −6.1% เทียบดัชนีโลก +11.8%
• ส่วนต่างสำคัญกว่าราคา: ราคาขยับ 25% กลายเป็นรายได้เกษตรเหวี่ยง 80%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2026-08-03,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132 จาก 794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สินค้าเกษตร 17 จากทั้งหมด 21 รายการที่เราติดตาม มีราคาหน้าฟาร์มไทยที่วัดได้จริง (ราคาที่เกษตรกรขายได้) และแปดรายการกำลังลดลงเมื่อเทียบกับปีก่อน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สุกร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กลาง · ตต.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กุ้งขาว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ประมง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ชายฝั่งใต้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ไก่เนื้อ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กลาง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41,496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523841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531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5375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2026-08-03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33060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33060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2793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48383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33.335 ณ 2026-08-03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−69.7%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-65.2%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+41% มันสำปะหลัง +59% ปาล์ม +28%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70%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−3.5%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−0.1%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80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เทียบปีก่อน +0.0%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+27.5%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+41.2%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+75.6%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2026-08-03,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794 (16.6%) · เรียลไทม์ · 2026-08-04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2026-08-04, ระดับน้ำถึง 2026-08-04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+15.5% แต่มีสี่จังหวัดที่ลดลง — ทั้งหมดอยู่ในแหล่งปลูกมะพร้าว โดยหนักที่สุดคือสมุทรสงครามที่ −65.2%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2026-08-03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