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+11.8%.
• Margin over price: a 26% price move becomes an 85%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2026-08-07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2026-06 · BIS 2025 ไตรมาส 4 · ECB 2026-08-07,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156 จาก 794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39/158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42/273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2026-08-11 การเปลี่ยนแปลงหกเดือนคำนวณจากข้อมูลรายเดือนของ NABC เอง (thai_price_history รุ่นข้อมูล 2026-08-02)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+11.8% ราคาหน้าฟาร์มไทย −6.1% — ต่างกัน 17.9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1995005"/>
            <a:ext cx="6428232" cy="1131906"/>
          </a:xfrm>
          <a:custGeom>
            <a:avLst/>
            <a:gdLst/>
            <a:ahLst/>
            <a:cxnLst/>
            <a:rect l="l" t="t" r="r" b="b"/>
            <a:pathLst>
              <a:path w="6428232" h="1131906">
                <a:moveTo>
                  <a:pt x="0" y="783628"/>
                </a:moveTo>
                <a:lnTo>
                  <a:pt x="108953" y="759881"/>
                </a:lnTo>
                <a:lnTo>
                  <a:pt x="217906" y="846951"/>
                </a:lnTo>
                <a:lnTo>
                  <a:pt x="326859" y="783628"/>
                </a:lnTo>
                <a:lnTo>
                  <a:pt x="435812" y="736135"/>
                </a:lnTo>
                <a:lnTo>
                  <a:pt x="544765" y="744050"/>
                </a:lnTo>
                <a:lnTo>
                  <a:pt x="653718" y="704473"/>
                </a:lnTo>
                <a:lnTo>
                  <a:pt x="762671" y="593657"/>
                </a:lnTo>
                <a:lnTo>
                  <a:pt x="871624" y="585742"/>
                </a:lnTo>
                <a:lnTo>
                  <a:pt x="980577" y="609488"/>
                </a:lnTo>
                <a:lnTo>
                  <a:pt x="1089530" y="633234"/>
                </a:lnTo>
                <a:lnTo>
                  <a:pt x="1198483" y="656981"/>
                </a:lnTo>
                <a:lnTo>
                  <a:pt x="1307437" y="854866"/>
                </a:lnTo>
                <a:lnTo>
                  <a:pt x="1416390" y="989429"/>
                </a:lnTo>
                <a:lnTo>
                  <a:pt x="1525343" y="1092329"/>
                </a:lnTo>
                <a:lnTo>
                  <a:pt x="1634296" y="1076498"/>
                </a:lnTo>
                <a:lnTo>
                  <a:pt x="1743249" y="1131906"/>
                </a:lnTo>
                <a:lnTo>
                  <a:pt x="1852202" y="1044837"/>
                </a:lnTo>
                <a:lnTo>
                  <a:pt x="1961155" y="973598"/>
                </a:lnTo>
                <a:lnTo>
                  <a:pt x="2070108" y="981513"/>
                </a:lnTo>
                <a:lnTo>
                  <a:pt x="2179061" y="1013175"/>
                </a:lnTo>
                <a:lnTo>
                  <a:pt x="2288014" y="1044837"/>
                </a:lnTo>
                <a:lnTo>
                  <a:pt x="2396967" y="1029006"/>
                </a:lnTo>
                <a:lnTo>
                  <a:pt x="2505920" y="1052752"/>
                </a:lnTo>
                <a:lnTo>
                  <a:pt x="2614874" y="1084414"/>
                </a:lnTo>
                <a:lnTo>
                  <a:pt x="2723827" y="1100245"/>
                </a:lnTo>
                <a:lnTo>
                  <a:pt x="2832780" y="1036921"/>
                </a:lnTo>
                <a:lnTo>
                  <a:pt x="2941733" y="989429"/>
                </a:lnTo>
                <a:lnTo>
                  <a:pt x="3050686" y="941936"/>
                </a:lnTo>
                <a:lnTo>
                  <a:pt x="3159639" y="949851"/>
                </a:lnTo>
                <a:lnTo>
                  <a:pt x="3268592" y="839035"/>
                </a:lnTo>
                <a:lnTo>
                  <a:pt x="3377545" y="664896"/>
                </a:lnTo>
                <a:lnTo>
                  <a:pt x="3486498" y="372025"/>
                </a:lnTo>
                <a:lnTo>
                  <a:pt x="3595451" y="459095"/>
                </a:lnTo>
                <a:lnTo>
                  <a:pt x="3704404" y="561996"/>
                </a:lnTo>
                <a:lnTo>
                  <a:pt x="3813357" y="474926"/>
                </a:lnTo>
                <a:lnTo>
                  <a:pt x="3922311" y="633234"/>
                </a:lnTo>
                <a:lnTo>
                  <a:pt x="4031264" y="372025"/>
                </a:lnTo>
                <a:lnTo>
                  <a:pt x="4140217" y="166224"/>
                </a:lnTo>
                <a:lnTo>
                  <a:pt x="4249170" y="182055"/>
                </a:lnTo>
                <a:lnTo>
                  <a:pt x="4358123" y="451180"/>
                </a:lnTo>
                <a:lnTo>
                  <a:pt x="4467076" y="379941"/>
                </a:lnTo>
                <a:lnTo>
                  <a:pt x="4576029" y="387856"/>
                </a:lnTo>
                <a:lnTo>
                  <a:pt x="4684982" y="356194"/>
                </a:lnTo>
                <a:lnTo>
                  <a:pt x="4793935" y="395772"/>
                </a:lnTo>
                <a:lnTo>
                  <a:pt x="4902888" y="577826"/>
                </a:lnTo>
                <a:lnTo>
                  <a:pt x="5011841" y="530334"/>
                </a:lnTo>
                <a:lnTo>
                  <a:pt x="5120794" y="554080"/>
                </a:lnTo>
                <a:lnTo>
                  <a:pt x="5229748" y="498672"/>
                </a:lnTo>
                <a:lnTo>
                  <a:pt x="5338701" y="561996"/>
                </a:lnTo>
                <a:lnTo>
                  <a:pt x="5447654" y="593657"/>
                </a:lnTo>
                <a:lnTo>
                  <a:pt x="5556607" y="680727"/>
                </a:lnTo>
                <a:lnTo>
                  <a:pt x="5665560" y="656981"/>
                </a:lnTo>
                <a:lnTo>
                  <a:pt x="5774513" y="633234"/>
                </a:lnTo>
                <a:lnTo>
                  <a:pt x="5883466" y="569911"/>
                </a:lnTo>
                <a:lnTo>
                  <a:pt x="5992419" y="474926"/>
                </a:lnTo>
                <a:lnTo>
                  <a:pt x="6101372" y="372025"/>
                </a:lnTo>
                <a:lnTo>
                  <a:pt x="6210325" y="277040"/>
                </a:lnTo>
                <a:lnTo>
                  <a:pt x="6319278" y="134562"/>
                </a:lnTo>
                <a:lnTo>
                  <a:pt x="6428232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99102"/>
            <a:ext cx="6428232" cy="1086899"/>
          </a:xfrm>
          <a:custGeom>
            <a:avLst/>
            <a:gdLst/>
            <a:ahLst/>
            <a:cxnLst/>
            <a:rect l="l" t="t" r="r" b="b"/>
            <a:pathLst>
              <a:path w="6428232" h="1086899">
                <a:moveTo>
                  <a:pt x="0" y="879531"/>
                </a:moveTo>
                <a:lnTo>
                  <a:pt x="108953" y="918859"/>
                </a:lnTo>
                <a:lnTo>
                  <a:pt x="217906" y="929585"/>
                </a:lnTo>
                <a:lnTo>
                  <a:pt x="326859" y="926010"/>
                </a:lnTo>
                <a:lnTo>
                  <a:pt x="435812" y="929585"/>
                </a:lnTo>
                <a:lnTo>
                  <a:pt x="544765" y="929585"/>
                </a:lnTo>
                <a:lnTo>
                  <a:pt x="653718" y="833051"/>
                </a:lnTo>
                <a:lnTo>
                  <a:pt x="762671" y="833051"/>
                </a:lnTo>
                <a:lnTo>
                  <a:pt x="871624" y="850928"/>
                </a:lnTo>
                <a:lnTo>
                  <a:pt x="980577" y="818750"/>
                </a:lnTo>
                <a:lnTo>
                  <a:pt x="1089530" y="700764"/>
                </a:lnTo>
                <a:lnTo>
                  <a:pt x="1198483" y="772271"/>
                </a:lnTo>
                <a:lnTo>
                  <a:pt x="1307437" y="865229"/>
                </a:lnTo>
                <a:lnTo>
                  <a:pt x="1416390" y="818750"/>
                </a:lnTo>
                <a:lnTo>
                  <a:pt x="1525343" y="790147"/>
                </a:lnTo>
                <a:lnTo>
                  <a:pt x="1634296" y="818750"/>
                </a:lnTo>
                <a:lnTo>
                  <a:pt x="1743249" y="786572"/>
                </a:lnTo>
                <a:lnTo>
                  <a:pt x="1852202" y="690038"/>
                </a:lnTo>
                <a:lnTo>
                  <a:pt x="1961155" y="511272"/>
                </a:lnTo>
                <a:lnTo>
                  <a:pt x="2070108" y="600655"/>
                </a:lnTo>
                <a:lnTo>
                  <a:pt x="2179061" y="657860"/>
                </a:lnTo>
                <a:lnTo>
                  <a:pt x="2288014" y="568477"/>
                </a:lnTo>
                <a:lnTo>
                  <a:pt x="2396967" y="536299"/>
                </a:lnTo>
                <a:lnTo>
                  <a:pt x="2505920" y="521998"/>
                </a:lnTo>
                <a:lnTo>
                  <a:pt x="2614874" y="404012"/>
                </a:lnTo>
                <a:lnTo>
                  <a:pt x="2723827" y="89383"/>
                </a:lnTo>
                <a:lnTo>
                  <a:pt x="2832780" y="143013"/>
                </a:lnTo>
                <a:lnTo>
                  <a:pt x="2941733" y="250273"/>
                </a:lnTo>
                <a:lnTo>
                  <a:pt x="3050686" y="221670"/>
                </a:lnTo>
                <a:lnTo>
                  <a:pt x="3159639" y="57206"/>
                </a:lnTo>
                <a:lnTo>
                  <a:pt x="3268592" y="0"/>
                </a:lnTo>
                <a:lnTo>
                  <a:pt x="3377545" y="128712"/>
                </a:lnTo>
                <a:lnTo>
                  <a:pt x="3486498" y="168041"/>
                </a:lnTo>
                <a:lnTo>
                  <a:pt x="3595451" y="243122"/>
                </a:lnTo>
                <a:lnTo>
                  <a:pt x="3704404" y="114411"/>
                </a:lnTo>
                <a:lnTo>
                  <a:pt x="3813357" y="100109"/>
                </a:lnTo>
                <a:lnTo>
                  <a:pt x="3922311" y="250273"/>
                </a:lnTo>
                <a:lnTo>
                  <a:pt x="4031264" y="253848"/>
                </a:lnTo>
                <a:lnTo>
                  <a:pt x="4140217" y="286026"/>
                </a:lnTo>
                <a:lnTo>
                  <a:pt x="4249170" y="518423"/>
                </a:lnTo>
                <a:lnTo>
                  <a:pt x="4358123" y="532724"/>
                </a:lnTo>
                <a:lnTo>
                  <a:pt x="4467076" y="475519"/>
                </a:lnTo>
                <a:lnTo>
                  <a:pt x="4576029" y="650710"/>
                </a:lnTo>
                <a:lnTo>
                  <a:pt x="4684982" y="797298"/>
                </a:lnTo>
                <a:lnTo>
                  <a:pt x="4793935" y="840202"/>
                </a:lnTo>
                <a:lnTo>
                  <a:pt x="4902888" y="875955"/>
                </a:lnTo>
                <a:lnTo>
                  <a:pt x="5011841" y="818750"/>
                </a:lnTo>
                <a:lnTo>
                  <a:pt x="5120794" y="861654"/>
                </a:lnTo>
                <a:lnTo>
                  <a:pt x="5229748" y="958188"/>
                </a:lnTo>
                <a:lnTo>
                  <a:pt x="5338701" y="1018968"/>
                </a:lnTo>
                <a:lnTo>
                  <a:pt x="5447654" y="1022544"/>
                </a:lnTo>
                <a:lnTo>
                  <a:pt x="5556607" y="1086899"/>
                </a:lnTo>
                <a:lnTo>
                  <a:pt x="5665560" y="1043996"/>
                </a:lnTo>
                <a:lnTo>
                  <a:pt x="5774513" y="843777"/>
                </a:lnTo>
                <a:lnTo>
                  <a:pt x="5883466" y="900982"/>
                </a:lnTo>
                <a:lnTo>
                  <a:pt x="5992419" y="897407"/>
                </a:lnTo>
                <a:lnTo>
                  <a:pt x="6101372" y="997516"/>
                </a:lnTo>
                <a:lnTo>
                  <a:pt x="6210325" y="918859"/>
                </a:lnTo>
                <a:lnTo>
                  <a:pt x="6319278" y="786572"/>
                </a:lnTo>
                <a:lnTo>
                  <a:pt x="6428232" y="593504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784416"/>
            <a:ext cx="6428232" cy="1354864"/>
          </a:xfrm>
          <a:custGeom>
            <a:avLst/>
            <a:gdLst/>
            <a:ahLst/>
            <a:cxnLst/>
            <a:rect l="l" t="t" r="r" b="b"/>
            <a:pathLst>
              <a:path w="6428232" h="1354864">
                <a:moveTo>
                  <a:pt x="0" y="994217"/>
                </a:moveTo>
                <a:lnTo>
                  <a:pt x="108953" y="884212"/>
                </a:lnTo>
                <a:lnTo>
                  <a:pt x="217906" y="829906"/>
                </a:lnTo>
                <a:lnTo>
                  <a:pt x="326859" y="650279"/>
                </a:lnTo>
                <a:lnTo>
                  <a:pt x="435812" y="607113"/>
                </a:lnTo>
                <a:lnTo>
                  <a:pt x="544765" y="705977"/>
                </a:lnTo>
                <a:lnTo>
                  <a:pt x="653718" y="601543"/>
                </a:lnTo>
                <a:lnTo>
                  <a:pt x="762671" y="355077"/>
                </a:lnTo>
                <a:lnTo>
                  <a:pt x="871624" y="0"/>
                </a:lnTo>
                <a:lnTo>
                  <a:pt x="980577" y="130891"/>
                </a:lnTo>
                <a:lnTo>
                  <a:pt x="1089530" y="83548"/>
                </a:lnTo>
                <a:lnTo>
                  <a:pt x="1198483" y="384319"/>
                </a:lnTo>
                <a:lnTo>
                  <a:pt x="1307437" y="1002571"/>
                </a:lnTo>
                <a:lnTo>
                  <a:pt x="1416390" y="1045738"/>
                </a:lnTo>
                <a:lnTo>
                  <a:pt x="1525343" y="1208655"/>
                </a:lnTo>
                <a:lnTo>
                  <a:pt x="1634296" y="1236505"/>
                </a:lnTo>
                <a:lnTo>
                  <a:pt x="1743249" y="1157134"/>
                </a:lnTo>
                <a:lnTo>
                  <a:pt x="1852202" y="1165489"/>
                </a:lnTo>
                <a:lnTo>
                  <a:pt x="1961155" y="1162704"/>
                </a:lnTo>
                <a:lnTo>
                  <a:pt x="2070108" y="1151564"/>
                </a:lnTo>
                <a:lnTo>
                  <a:pt x="2179061" y="1120930"/>
                </a:lnTo>
                <a:lnTo>
                  <a:pt x="2288014" y="1074979"/>
                </a:lnTo>
                <a:lnTo>
                  <a:pt x="2396967" y="1173844"/>
                </a:lnTo>
                <a:lnTo>
                  <a:pt x="2505920" y="1336762"/>
                </a:lnTo>
                <a:lnTo>
                  <a:pt x="2614874" y="1250429"/>
                </a:lnTo>
                <a:lnTo>
                  <a:pt x="2723827" y="1275493"/>
                </a:lnTo>
                <a:lnTo>
                  <a:pt x="2832780" y="1318660"/>
                </a:lnTo>
                <a:lnTo>
                  <a:pt x="2941733" y="1354864"/>
                </a:lnTo>
                <a:lnTo>
                  <a:pt x="3050686" y="1318660"/>
                </a:lnTo>
                <a:lnTo>
                  <a:pt x="3159639" y="1340939"/>
                </a:lnTo>
                <a:lnTo>
                  <a:pt x="3268592" y="1297773"/>
                </a:lnTo>
                <a:lnTo>
                  <a:pt x="3377545" y="1281063"/>
                </a:lnTo>
                <a:lnTo>
                  <a:pt x="3486498" y="1161312"/>
                </a:lnTo>
                <a:lnTo>
                  <a:pt x="3595451" y="1171059"/>
                </a:lnTo>
                <a:lnTo>
                  <a:pt x="3704404" y="1278278"/>
                </a:lnTo>
                <a:lnTo>
                  <a:pt x="3813357" y="1257391"/>
                </a:lnTo>
                <a:lnTo>
                  <a:pt x="3922311" y="1226757"/>
                </a:lnTo>
                <a:lnTo>
                  <a:pt x="4031264" y="1175236"/>
                </a:lnTo>
                <a:lnTo>
                  <a:pt x="4140217" y="1105613"/>
                </a:lnTo>
                <a:lnTo>
                  <a:pt x="4249170" y="974722"/>
                </a:lnTo>
                <a:lnTo>
                  <a:pt x="4358123" y="846616"/>
                </a:lnTo>
                <a:lnTo>
                  <a:pt x="4467076" y="817374"/>
                </a:lnTo>
                <a:lnTo>
                  <a:pt x="4576029" y="984469"/>
                </a:lnTo>
                <a:lnTo>
                  <a:pt x="4684982" y="988647"/>
                </a:lnTo>
                <a:lnTo>
                  <a:pt x="4793935" y="987254"/>
                </a:lnTo>
                <a:lnTo>
                  <a:pt x="4902888" y="1090296"/>
                </a:lnTo>
                <a:lnTo>
                  <a:pt x="5011841" y="1210048"/>
                </a:lnTo>
                <a:lnTo>
                  <a:pt x="5120794" y="1172451"/>
                </a:lnTo>
                <a:lnTo>
                  <a:pt x="5229748" y="1115361"/>
                </a:lnTo>
                <a:lnTo>
                  <a:pt x="5338701" y="1045738"/>
                </a:lnTo>
                <a:lnTo>
                  <a:pt x="5447654" y="1030420"/>
                </a:lnTo>
                <a:lnTo>
                  <a:pt x="5556607" y="1029028"/>
                </a:lnTo>
                <a:lnTo>
                  <a:pt x="5665560" y="1105613"/>
                </a:lnTo>
                <a:lnTo>
                  <a:pt x="5774513" y="1109791"/>
                </a:lnTo>
                <a:lnTo>
                  <a:pt x="5883466" y="1074979"/>
                </a:lnTo>
                <a:lnTo>
                  <a:pt x="5992419" y="1027636"/>
                </a:lnTo>
                <a:lnTo>
                  <a:pt x="6101372" y="930163"/>
                </a:lnTo>
                <a:lnTo>
                  <a:pt x="6210325" y="878642"/>
                </a:lnTo>
                <a:lnTo>
                  <a:pt x="6319278" y="892567"/>
                </a:lnTo>
                <a:lnTo>
                  <a:pt x="6428232" y="935733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057517"/>
            <a:ext cx="6428232" cy="1024743"/>
          </a:xfrm>
          <a:custGeom>
            <a:avLst/>
            <a:gdLst/>
            <a:ahLst/>
            <a:cxnLst/>
            <a:rect l="l" t="t" r="r" b="b"/>
            <a:pathLst>
              <a:path w="6428232" h="1024743">
                <a:moveTo>
                  <a:pt x="0" y="721116"/>
                </a:moveTo>
                <a:lnTo>
                  <a:pt x="108953" y="569302"/>
                </a:lnTo>
                <a:lnTo>
                  <a:pt x="217906" y="569302"/>
                </a:lnTo>
                <a:lnTo>
                  <a:pt x="326859" y="607255"/>
                </a:lnTo>
                <a:lnTo>
                  <a:pt x="435812" y="569302"/>
                </a:lnTo>
                <a:lnTo>
                  <a:pt x="544765" y="607255"/>
                </a:lnTo>
                <a:lnTo>
                  <a:pt x="653718" y="683162"/>
                </a:lnTo>
                <a:lnTo>
                  <a:pt x="762671" y="721116"/>
                </a:lnTo>
                <a:lnTo>
                  <a:pt x="871624" y="607255"/>
                </a:lnTo>
                <a:lnTo>
                  <a:pt x="980577" y="569302"/>
                </a:lnTo>
                <a:lnTo>
                  <a:pt x="1089530" y="569302"/>
                </a:lnTo>
                <a:lnTo>
                  <a:pt x="1198483" y="607255"/>
                </a:lnTo>
                <a:lnTo>
                  <a:pt x="1307437" y="683162"/>
                </a:lnTo>
                <a:lnTo>
                  <a:pt x="1416390" y="721116"/>
                </a:lnTo>
                <a:lnTo>
                  <a:pt x="1525343" y="721116"/>
                </a:lnTo>
                <a:lnTo>
                  <a:pt x="1634296" y="721116"/>
                </a:lnTo>
                <a:lnTo>
                  <a:pt x="1743249" y="645209"/>
                </a:lnTo>
                <a:lnTo>
                  <a:pt x="1852202" y="607255"/>
                </a:lnTo>
                <a:lnTo>
                  <a:pt x="1961155" y="607255"/>
                </a:lnTo>
                <a:lnTo>
                  <a:pt x="2070108" y="493395"/>
                </a:lnTo>
                <a:lnTo>
                  <a:pt x="2179061" y="493395"/>
                </a:lnTo>
                <a:lnTo>
                  <a:pt x="2288014" y="189767"/>
                </a:lnTo>
                <a:lnTo>
                  <a:pt x="2396967" y="75907"/>
                </a:lnTo>
                <a:lnTo>
                  <a:pt x="2505920" y="151814"/>
                </a:lnTo>
                <a:lnTo>
                  <a:pt x="2614874" y="227721"/>
                </a:lnTo>
                <a:lnTo>
                  <a:pt x="2723827" y="189767"/>
                </a:lnTo>
                <a:lnTo>
                  <a:pt x="2832780" y="0"/>
                </a:lnTo>
                <a:lnTo>
                  <a:pt x="2941733" y="37953"/>
                </a:lnTo>
                <a:lnTo>
                  <a:pt x="3050686" y="37953"/>
                </a:lnTo>
                <a:lnTo>
                  <a:pt x="3159639" y="379534"/>
                </a:lnTo>
                <a:lnTo>
                  <a:pt x="3268592" y="379534"/>
                </a:lnTo>
                <a:lnTo>
                  <a:pt x="3377545" y="303627"/>
                </a:lnTo>
                <a:lnTo>
                  <a:pt x="3486498" y="379534"/>
                </a:lnTo>
                <a:lnTo>
                  <a:pt x="3595451" y="493395"/>
                </a:lnTo>
                <a:lnTo>
                  <a:pt x="3704404" y="607255"/>
                </a:lnTo>
                <a:lnTo>
                  <a:pt x="3813357" y="569302"/>
                </a:lnTo>
                <a:lnTo>
                  <a:pt x="3922311" y="569302"/>
                </a:lnTo>
                <a:lnTo>
                  <a:pt x="4031264" y="645209"/>
                </a:lnTo>
                <a:lnTo>
                  <a:pt x="4140217" y="493395"/>
                </a:lnTo>
                <a:lnTo>
                  <a:pt x="4249170" y="455441"/>
                </a:lnTo>
                <a:lnTo>
                  <a:pt x="4358123" y="493395"/>
                </a:lnTo>
                <a:lnTo>
                  <a:pt x="4467076" y="531348"/>
                </a:lnTo>
                <a:lnTo>
                  <a:pt x="4576029" y="683162"/>
                </a:lnTo>
                <a:lnTo>
                  <a:pt x="4684982" y="607255"/>
                </a:lnTo>
                <a:lnTo>
                  <a:pt x="4793935" y="607255"/>
                </a:lnTo>
                <a:lnTo>
                  <a:pt x="4902888" y="683162"/>
                </a:lnTo>
                <a:lnTo>
                  <a:pt x="5011841" y="721116"/>
                </a:lnTo>
                <a:lnTo>
                  <a:pt x="5120794" y="797022"/>
                </a:lnTo>
                <a:lnTo>
                  <a:pt x="5229748" y="797022"/>
                </a:lnTo>
                <a:lnTo>
                  <a:pt x="5338701" y="797022"/>
                </a:lnTo>
                <a:lnTo>
                  <a:pt x="5447654" y="872929"/>
                </a:lnTo>
                <a:lnTo>
                  <a:pt x="5556607" y="910883"/>
                </a:lnTo>
                <a:lnTo>
                  <a:pt x="5665560" y="986790"/>
                </a:lnTo>
                <a:lnTo>
                  <a:pt x="5774513" y="986790"/>
                </a:lnTo>
                <a:lnTo>
                  <a:pt x="5883466" y="986790"/>
                </a:lnTo>
                <a:lnTo>
                  <a:pt x="5992419" y="1024743"/>
                </a:lnTo>
                <a:lnTo>
                  <a:pt x="6101372" y="948836"/>
                </a:lnTo>
                <a:lnTo>
                  <a:pt x="6210325" y="986790"/>
                </a:lnTo>
                <a:lnTo>
                  <a:pt x="6319278" y="910883"/>
                </a:lnTo>
                <a:lnTo>
                  <a:pt x="6428232" y="98679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73803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4959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611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−45% เทียบจุดสูงสุด 2023-09 — ลดลงใน 26 จาก 33 เดือนล่าสุด ไม่ใช่การย่อตัวปีเดียว
• ยางพารา: อยู่ต่ำกว่าระดับปี 2021 ของตัวเองถึง 20 จาก 60 เดือนล่าสุด และเพิ่งกลับขึ้นมาได้ หลังยืนเหนือระดับนั้นมา 29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94.54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+52.9%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16,329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-17.9%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2026M06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33.055 ณ 2026-08-07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−67.8%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+36.5%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+42% มันสำปะหลัง +64% ปาล์ม +25% ข้าว +14%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68%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+34.5%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สี่รายการมีทิศทางไม่ตรงกันระหว่างเทียบปีก่อนกับหกเดือน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฿543.53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−67.8%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−58.7%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49367"/>
                </a:lnTo>
                <a:lnTo>
                  <a:pt x="825886" y="262297"/>
                </a:lnTo>
                <a:lnTo>
                  <a:pt x="1238829" y="246096"/>
                </a:lnTo>
                <a:lnTo>
                  <a:pt x="1651772" y="41499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620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฿9.75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+47.7%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7240"/>
                </a:moveTo>
                <a:lnTo>
                  <a:pt x="412943" y="400773"/>
                </a:lnTo>
                <a:lnTo>
                  <a:pt x="825886" y="457200"/>
                </a:lnTo>
                <a:lnTo>
                  <a:pt x="1238829" y="380517"/>
                </a:lnTo>
                <a:lnTo>
                  <a:pt x="1651772" y="21123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฿338.24 /ร้อยฟอง · กลาง·ตอ.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+5.0%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91702"/>
                </a:lnTo>
                <a:lnTo>
                  <a:pt x="825886" y="105409"/>
                </a:lnTo>
                <a:lnTo>
                  <a:pt x="1238829" y="105409"/>
                </a:lnTo>
                <a:lnTo>
                  <a:pt x="1651772" y="21414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฿66.65 /กก. · กลาง·ตต.·ตอ.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+6.1%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82662"/>
                </a:lnTo>
                <a:lnTo>
                  <a:pt x="825886" y="0"/>
                </a:lnTo>
                <a:lnTo>
                  <a:pt x="1238829" y="252749"/>
                </a:lnTo>
                <a:lnTo>
                  <a:pt x="1651772" y="129642"/>
                </a:lnTo>
                <a:lnTo>
                  <a:pt x="2064715" y="5301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5789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฿133.82 /กก. · ชายฝั่งใต้·ตอ.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−15.8%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47179"/>
                </a:lnTo>
                <a:lnTo>
                  <a:pt x="825886" y="420769"/>
                </a:lnTo>
                <a:lnTo>
                  <a:pt x="1238829" y="457200"/>
                </a:lnTo>
                <a:lnTo>
                  <a:pt x="1651772" y="424594"/>
                </a:lnTo>
                <a:lnTo>
                  <a:pt x="2064715" y="22313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628007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฿41.19 /กก. · กลาง·ตอ.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+1.6%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−1.9%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87960"/>
                </a:moveTo>
                <a:lnTo>
                  <a:pt x="412943" y="0"/>
                </a:lnTo>
                <a:lnTo>
                  <a:pt x="825886" y="114807"/>
                </a:lnTo>
                <a:lnTo>
                  <a:pt x="1238829" y="305815"/>
                </a:lnTo>
                <a:lnTo>
                  <a:pt x="1651772" y="457200"/>
                </a:lnTo>
                <a:lnTo>
                  <a:pt x="2064715" y="275336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78663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฿17,727 /ตัน · อีสาน·เหนือ·กลาง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+13.9%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0931"/>
                </a:lnTo>
                <a:lnTo>
                  <a:pt x="825886" y="253323"/>
                </a:lnTo>
                <a:lnTo>
                  <a:pt x="1238829" y="103264"/>
                </a:lnTo>
                <a:lnTo>
                  <a:pt x="1651772" y="61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฿10.76 /กก. · เหนือ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+15.4%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+22.1%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415234"/>
                </a:lnTo>
                <a:lnTo>
                  <a:pt x="825886" y="315843"/>
                </a:lnTo>
                <a:lnTo>
                  <a:pt x="1238829" y="81721"/>
                </a:lnTo>
                <a:lnTo>
                  <a:pt x="1651772" y="0"/>
                </a:lnTo>
                <a:lnTo>
                  <a:pt x="2064715" y="4638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5767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฿8.21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+25.3%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+28.7%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30385"/>
                </a:lnTo>
                <a:lnTo>
                  <a:pt x="825886" y="320373"/>
                </a:lnTo>
                <a:lnTo>
                  <a:pt x="1238829" y="337059"/>
                </a:lnTo>
                <a:lnTo>
                  <a:pt x="1651772" y="18021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฿84.55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+42.0%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+49.0%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18935"/>
                </a:lnTo>
                <a:lnTo>
                  <a:pt x="825886" y="199735"/>
                </a:lnTo>
                <a:lnTo>
                  <a:pt x="1238829" y="108509"/>
                </a:lnTo>
                <a:lnTo>
                  <a:pt x="1651772" y="0"/>
                </a:lnTo>
                <a:lnTo>
                  <a:pt x="2064715" y="2601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53730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฿3.41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+63.5%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+40.3%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81000"/>
                </a:lnTo>
                <a:lnTo>
                  <a:pt x="825886" y="254000"/>
                </a:lnTo>
                <a:lnTo>
                  <a:pt x="1238829" y="152400"/>
                </a:lnTo>
                <a:lnTo>
                  <a:pt x="1651772" y="2540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฿85.88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+109.2%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−44.6%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5183"/>
                </a:moveTo>
                <a:lnTo>
                  <a:pt x="412943" y="213449"/>
                </a:lnTo>
                <a:lnTo>
                  <a:pt x="825886" y="0"/>
                </a:lnTo>
                <a:lnTo>
                  <a:pt x="1238829" y="260067"/>
                </a:lnTo>
                <a:lnTo>
                  <a:pt x="1651772" y="443905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749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2026-08-11, รุ่นข้อมูลย้อนหลัง 2026-08-02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2026M07)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−2.75%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794 (19.6%) · เรียลไทม์ · 2026-08-11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2026-08-11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พะเยา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9/15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2026-08-11, ระดับน้ำถึง 2026-08-11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+16.6% แต่มีสี่จังหวัดที่ลดลง — ทั้งหมดอยู่ในแหล่งปลูกมะพร้าว โดยหนักที่สุดคือสมุทรสงครามที่ −63.4%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−2.8%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2026-08-11 · ประวัติราคาไทย 2026-08-02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2026-08-11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