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133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2026-08-24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−66.9%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+72%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2026-08-24,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(16.7%) · เรียลไทม์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2026-08-26, ระดับน้ำถึง 2026-08-26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+17.0% แต่มีสี่จังหวัดที่ลดลง — ทั้งหมดอยู่ในแหล่งปลูกมะพร้าว โดยหนักที่สุดคือสมุทรสงครามที่ −62.5%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2026-08-24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