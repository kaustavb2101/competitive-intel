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129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33.013 ณ 2026-08-10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−67.6%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(16.2%) · เรียลไทม์ · 2026-08-14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2026-08-14, ระดับน้ำถึง 2026-08-14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+16.9% แต่มีสี่จังหวัดที่ลดลง — ทั้งหมดอยู่ในแหล่งปลูกมะพร้าว โดยหนักที่สุดคือสมุทรสงครามที่ −63.2%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