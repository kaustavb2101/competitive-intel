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2026-08-24,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127 จาก 793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2026-08-28 การเปลี่ยนแปลงหกเดือนคำนวณจากข้อมูลรายเดือนของ NABC เอง (thai_price_history รุ่นข้อมูล 2026-08-23)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32.685 ณ 2026-08-24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−67.4%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+74%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2026-08-28, รุ่นข้อมูลย้อนหลัง 2026-08-23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793 (16.0%) · เรียลไทม์ · 2026-08-29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2026-08-29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76.2%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ปทุมธานี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จันทบุรี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ลพบุรี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2026-08-29, ระดับน้ำถึง 2026-08-29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+16.8% แต่มีสี่จังหวัดที่ลดลง — ทั้งหมดอยู่ในแหล่งปลูกมะพร้าว โดยหนักที่สุดคือสมุทรสงครามที่ −63.0%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2026-08-28 · ประวัติราคาไทย 2026-08-23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