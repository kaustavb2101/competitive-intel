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136 จาก 793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2026-08-28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−67.4%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+74%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2026-08-28,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793 (17.2%) · เรียลไทม์ · 2026-08-30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2026-08-30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2026-08-30, ระดับน้ำถึง 2026-08-30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+16.8% แต่มีสี่จังหวัดที่ลดลง — ทั้งหมดอยู่ในแหล่งปลูกมะพร้าว โดยหนักที่สุดคือสมุทรสงครามที่ −63.0%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2026-08-28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