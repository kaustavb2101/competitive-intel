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84%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2026-08-24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2026-06 · BIS 2025 ไตรมาส 4 · ECB 2026-08-24,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126 จาก 795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26/275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40/145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2026-08-24 การเปลี่ยนแปลงหกเดือนคำนวณจากข้อมูลรายเดือนของ NABC เอง (thai_price_history รุ่นข้อมูล 2026-08-23)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+8.8% ราคาหน้าฟาร์มไทย −6.1% — ต่างกัน 14.9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−41% เทียบจุดสูงสุด 2023-09 — ลดลงใน 26 จาก 34 เดือนล่าสุด ไม่ใช่การย่อตัวปีเดียว
• ยางพารา: อยู่ต่ำกว่าระดับปี 2021 ของตัวเองถึง 21 จาก 60 เดือนล่าสุด และเพิ่งกลับขึ้นมาได้ หลังยืนเหนือระดับนั้นมา 30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90.86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15,264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35,986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2026M07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32.685 ณ 2026-08-24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−66.9%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+17.0%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+17.5%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+40% มันสำปะหลัง +72% ปาล์ม +23% ข้าว +14%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67%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สามรายการมีทิศทางไม่ตรงกันระหว่างเทียบปีก่อนกับหกเดือน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฿606.15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−66.9%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−50.1%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67653"/>
                </a:lnTo>
                <a:lnTo>
                  <a:pt x="825886" y="145107"/>
                </a:lnTo>
                <a:lnTo>
                  <a:pt x="1238829" y="402654"/>
                </a:lnTo>
                <a:lnTo>
                  <a:pt x="1651772" y="457200"/>
                </a:lnTo>
                <a:lnTo>
                  <a:pt x="2064715" y="401204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0607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฿143.00 /กก. · ชายฝั่งใต้·ตอ.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−2.1%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7911"/>
                </a:moveTo>
                <a:lnTo>
                  <a:pt x="412943" y="415692"/>
                </a:lnTo>
                <a:lnTo>
                  <a:pt x="825886" y="457200"/>
                </a:lnTo>
                <a:lnTo>
                  <a:pt x="1238829" y="420051"/>
                </a:lnTo>
                <a:lnTo>
                  <a:pt x="1651772" y="16851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฿346.15 /ร้อยฟอง · กลาง·ตอ.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+3.2%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+14.4%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91637"/>
                </a:lnTo>
                <a:lnTo>
                  <a:pt x="825886" y="191637"/>
                </a:lnTo>
                <a:lnTo>
                  <a:pt x="1238829" y="292498"/>
                </a:lnTo>
                <a:lnTo>
                  <a:pt x="1651772" y="9077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฿43.00 /กก. · กลาง·ตอ.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+3.5%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+2.3%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11737"/>
                </a:lnTo>
                <a:lnTo>
                  <a:pt x="825886" y="304458"/>
                </a:lnTo>
                <a:lnTo>
                  <a:pt x="1238829" y="457200"/>
                </a:lnTo>
                <a:lnTo>
                  <a:pt x="1651772" y="242951"/>
                </a:lnTo>
                <a:lnTo>
                  <a:pt x="2064715" y="8815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9303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฿70.33 /กก. · กลาง·ตต.·ตอ.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+8.8%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+26.7%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61078"/>
                </a:moveTo>
                <a:lnTo>
                  <a:pt x="412943" y="110564"/>
                </a:lnTo>
                <a:lnTo>
                  <a:pt x="825886" y="457200"/>
                </a:lnTo>
                <a:lnTo>
                  <a:pt x="1238829" y="293843"/>
                </a:lnTo>
                <a:lnTo>
                  <a:pt x="1651772" y="17730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฿17,815 /ตัน · อีสาน·เหนือ·กลาง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+14.4%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+8.2%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9810"/>
                </a:lnTo>
                <a:lnTo>
                  <a:pt x="825886" y="168554"/>
                </a:lnTo>
                <a:lnTo>
                  <a:pt x="1238829" y="54643"/>
                </a:lnTo>
                <a:lnTo>
                  <a:pt x="1651772" y="63603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฿9.87 /กก. · เหนือ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+15.9%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+10.9%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5874"/>
                </a:lnTo>
                <a:lnTo>
                  <a:pt x="825886" y="86497"/>
                </a:lnTo>
                <a:lnTo>
                  <a:pt x="1238829" y="0"/>
                </a:lnTo>
                <a:lnTo>
                  <a:pt x="1651772" y="46955"/>
                </a:lnTo>
                <a:lnTo>
                  <a:pt x="2064715" y="269377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780673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฿8.55 /กก. · ใต้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+23.3%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+25.0%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3788"/>
                </a:moveTo>
                <a:lnTo>
                  <a:pt x="412943" y="446964"/>
                </a:lnTo>
                <a:lnTo>
                  <a:pt x="825886" y="457200"/>
                </a:lnTo>
                <a:lnTo>
                  <a:pt x="1238829" y="300250"/>
                </a:lnTo>
                <a:lnTo>
                  <a:pt x="1651772" y="8529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฿81.51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+40.2%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+35.1%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87287"/>
                </a:lnTo>
                <a:lnTo>
                  <a:pt x="825886" y="158892"/>
                </a:lnTo>
                <a:lnTo>
                  <a:pt x="1238829" y="0"/>
                </a:lnTo>
                <a:lnTo>
                  <a:pt x="1651772" y="38185"/>
                </a:lnTo>
                <a:lnTo>
                  <a:pt x="2064715" y="115325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62662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฿3.75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+72.1%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+48.8%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2338"/>
                </a:lnTo>
                <a:lnTo>
                  <a:pt x="825886" y="268448"/>
                </a:lnTo>
                <a:lnTo>
                  <a:pt x="1238829" y="163586"/>
                </a:lnTo>
                <a:lnTo>
                  <a:pt x="1651772" y="12583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฿129.23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+102.6%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−38.5%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3177"/>
                </a:moveTo>
                <a:lnTo>
                  <a:pt x="412943" y="0"/>
                </a:lnTo>
                <a:lnTo>
                  <a:pt x="825886" y="259737"/>
                </a:lnTo>
                <a:lnTo>
                  <a:pt x="1238829" y="443342"/>
                </a:lnTo>
                <a:lnTo>
                  <a:pt x="1651772" y="457200"/>
                </a:lnTo>
                <a:lnTo>
                  <a:pt x="2064715" y="428011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4573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2026-08-24, รุ่นข้อมูลย้อนหลัง 2026-08-23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2026M07)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−2.75%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795 (15.8%) · เรียลไทม์ · 2026-08-26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2026-08-26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กาญจนบุรี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น่าน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6.7%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2026-08-26, ระดับน้ำถึง 2026-08-26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+17.0% แต่มีสี่จังหวัดที่ลดลง — ทั้งหมดอยู่ในแหล่งปลูกมะพร้าว โดยหนักที่สุดคือสมุทรสงครามที่ −62.5%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−2.8%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2026-08-24 · ประวัติราคาไทย 2026-08-23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2026-08-26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