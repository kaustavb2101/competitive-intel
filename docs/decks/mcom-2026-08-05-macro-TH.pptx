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87%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2026-06 · BIS 2025 ไตรมาส 4 · ECB 2026-08-24,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131 จาก 795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45/145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2026-08-26 การเปลี่ยนแปลงหกเดือนคำนวณจากข้อมูลรายเดือนของ NABC เอง (thai_price_history รุ่นข้อมูล 2026-08-23)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32.685 ณ 2026-08-24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−67.1%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+17.0%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-62.7%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+73%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+10.6%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+40.1%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+73.3%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+107.4%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2026-08-26, รุ่นข้อมูลย้อนหลัง 2026-08-23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795 (16.5%) · เรียลไทม์ · 2026-08-28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2026-08-28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12.2%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ลำพูน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2026-08-28, ระดับน้ำถึง 2026-08-28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+17.0% แต่มีสี่จังหวัดที่ลดลง — ทั้งหมดอยู่ในแหล่งปลูกมะพร้าว โดยหนักที่สุดคือสมุทรสงครามที่ −62.7%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2026-08-26 · ประวัติราคาไทย 2026-08-23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2026-08-28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