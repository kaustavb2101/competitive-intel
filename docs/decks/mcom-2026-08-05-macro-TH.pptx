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−5.5% เทียบปีก่อน · ธปท.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−5.5%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144 จาก 788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2026-09-11 การเปลี่ยนแปลงหกเดือนคำนวณจากข้อมูลรายเดือนของ NABC เอง (thai_price_history รุ่นข้อมูล 2026-09-11)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32.995 ณ 2026-09-10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−69.0%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+77% ปาล์ม +24% ข้าว +12%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เหนือ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ใต้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กลาง·ตต.·ตอ.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2026-09-11, รุ่นข้อมูลย้อนหลัง 2026-09-11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788 (18.3%) · เรียลไทม์ · 2026-09-11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นครปฐม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40.5%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สมุทรสาคร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2026-09-11, ระดับน้ำถึง 2026-09-11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+15.3% แต่มีสี่จังหวัดที่ลดลง — ทั้งหมดอยู่ในแหล่งปลูกมะพร้าว โดยหนักที่สุดคือสมุทรสงครามที่ −64.6%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2026-09-11 · ประวัติราคาไทย 2026-09-11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