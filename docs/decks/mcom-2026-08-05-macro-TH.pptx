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2026-08-31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2026-08-31,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133 จาก 793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2026-08-28 การเปลี่ยนแปลงหกเดือนคำนวณจากข้อมูลรายเดือนของ NABC เอง (thai_price_history รุ่นข้อมูล 2026-08-29)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92.20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15,488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33.165 ณ 2026-08-31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−67.4%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+74% ปาล์ม +23% ข้าว +14%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67%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฿596.84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−50.7%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70673"/>
                </a:lnTo>
                <a:lnTo>
                  <a:pt x="825886" y="145193"/>
                </a:lnTo>
                <a:lnTo>
                  <a:pt x="1238829" y="399195"/>
                </a:lnTo>
                <a:lnTo>
                  <a:pt x="1651772" y="457200"/>
                </a:lnTo>
                <a:lnTo>
                  <a:pt x="2064715" y="409348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422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฿143.14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−2.0%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6948"/>
                </a:moveTo>
                <a:lnTo>
                  <a:pt x="412943" y="415955"/>
                </a:lnTo>
                <a:lnTo>
                  <a:pt x="825886" y="457200"/>
                </a:lnTo>
                <a:lnTo>
                  <a:pt x="1238829" y="420285"/>
                </a:lnTo>
                <a:lnTo>
                  <a:pt x="1651772" y="17034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฿43.05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+2.4%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9484"/>
                </a:lnTo>
                <a:lnTo>
                  <a:pt x="825886" y="305129"/>
                </a:lnTo>
                <a:lnTo>
                  <a:pt x="1238829" y="457200"/>
                </a:lnTo>
                <a:lnTo>
                  <a:pt x="1651772" y="245880"/>
                </a:lnTo>
                <a:lnTo>
                  <a:pt x="2064715" y="91834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670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฿350.53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+15.9%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8744"/>
                </a:lnTo>
                <a:lnTo>
                  <a:pt x="825886" y="218744"/>
                </a:lnTo>
                <a:lnTo>
                  <a:pt x="1238829" y="309310"/>
                </a:lnTo>
                <a:lnTo>
                  <a:pt x="1651772" y="1281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฿71.18 /กก. · กลาง·ตต.·ตอ.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+28.2%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1819"/>
                </a:moveTo>
                <a:lnTo>
                  <a:pt x="412943" y="140924"/>
                </a:lnTo>
                <a:lnTo>
                  <a:pt x="825886" y="457200"/>
                </a:lnTo>
                <a:lnTo>
                  <a:pt x="1238829" y="309849"/>
                </a:lnTo>
                <a:lnTo>
                  <a:pt x="1651772" y="19600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฿17,763 /ตัน · อีสาน·เหนือ·กลาง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+7.7%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1371"/>
                </a:lnTo>
                <a:lnTo>
                  <a:pt x="825886" y="153981"/>
                </a:lnTo>
                <a:lnTo>
                  <a:pt x="1238829" y="34219"/>
                </a:lnTo>
                <a:lnTo>
                  <a:pt x="1651772" y="2372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฿9.76 /กก. · เหนือ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+9.7%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0931"/>
                </a:lnTo>
                <a:lnTo>
                  <a:pt x="825886" y="79083"/>
                </a:lnTo>
                <a:lnTo>
                  <a:pt x="1238829" y="0"/>
                </a:lnTo>
                <a:lnTo>
                  <a:pt x="1651772" y="54369"/>
                </a:lnTo>
                <a:lnTo>
                  <a:pt x="2064715" y="294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805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฿8.51 /กก. · ใต้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+24.6%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09"/>
                </a:moveTo>
                <a:lnTo>
                  <a:pt x="412943" y="439749"/>
                </a:lnTo>
                <a:lnTo>
                  <a:pt x="825886" y="457200"/>
                </a:lnTo>
                <a:lnTo>
                  <a:pt x="1238829" y="293166"/>
                </a:lnTo>
                <a:lnTo>
                  <a:pt x="1651772" y="7678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฿81.23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+34.6%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2748"/>
                </a:lnTo>
                <a:lnTo>
                  <a:pt x="825886" y="158359"/>
                </a:lnTo>
                <a:lnTo>
                  <a:pt x="1238829" y="0"/>
                </a:lnTo>
                <a:lnTo>
                  <a:pt x="1651772" y="39334"/>
                </a:lnTo>
                <a:lnTo>
                  <a:pt x="2064715" y="12209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3338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฿3.81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+51.8%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7809"/>
                </a:lnTo>
                <a:lnTo>
                  <a:pt x="825886" y="278296"/>
                </a:lnTo>
                <a:lnTo>
                  <a:pt x="1238829" y="178905"/>
                </a:lnTo>
                <a:lnTo>
                  <a:pt x="1651772" y="14312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฿146.32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−30.3%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16732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34451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2026-08-28, รุ่นข้อมูลย้อนหลัง 2026-08-29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2026M07)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−2.75%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793 (16.8%) · เรียลไทม์ · 2026-09-01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2026-09-01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กาญจนบุรี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6/26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อุทัยธานี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เลย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23.9%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2026-09-01, ระดับน้ำถึง 2026-09-01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+16.8% แต่มีสี่จังหวัดที่ลดลง — ทั้งหมดอยู่ในแหล่งปลูกมะพร้าว โดยหนักที่สุดคือสมุทรสงครามที่ −63.0%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−2.8%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2026-08-28 · ประวัติราคาไทย 2026-08-29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