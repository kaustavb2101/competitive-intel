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+11.8%.
• Margin over price: a 26% price move becomes an 85%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2026-08-10,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155 จาก 794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41/273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2026-08-11 การเปลี่ยนแปลงหกเดือนคำนวณจากข้อมูลรายเดือนของ NABC เอง (thai_price_history รุ่นข้อมูล 2026-08-02)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+11.8% ราคาหน้าฟาร์มไทย −6.1% — ต่างกัน 17.9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−45% เทียบจุดสูงสุด 2023-09 — ลดลงใน 26 จาก 33 เดือนล่าสุด ไม่ใช่การย่อตัวปีเดียว
• ยางพารา: อยู่ต่ำกว่าระดับปี 2021 ของตัวเองถึง 20 จาก 60 เดือนล่าสุด และเพิ่งกลับขึ้นมาได้ หลังยืนเหนือระดับนั้นมา 29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94.42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16,308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36,479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10.56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2026M06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33.013 ณ 2026-08-10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−67.8%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+42% มันสำปะหลัง +64% ปาล์ม +25%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68%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สี่รายการมีทิศทางไม่ตรงกันระหว่างเทียบปีก่อนกับหกเดือน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กลาง·ตอ.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+5.0%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กลาง·ตต.·ตอ.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+6.1%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ชายฝั่งใต้·ตอ.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−15.8%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กลาง·ตอ.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7866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+15.4%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+25.3%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+42.0%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+63.5%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+109.2%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2026-08-11, รุ่นข้อมูลย้อนหลัง 2026-08-02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794 (19.5%) · เรียลไทม์ · 2026-08-11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2026-08-11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พะเยา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2026-08-11, ระดับน้ำถึง 2026-08-11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+16.6% แต่มีสี่จังหวัดที่ลดลง — ทั้งหมดอยู่ในแหล่งปลูกมะพร้าว โดยหนักที่สุดคือสมุทรสงครามที่ −63.4%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2026-08-11 · ประวัติราคาไทย 2026-08-02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