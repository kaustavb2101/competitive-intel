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129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(16.2%) · เรียลไทม์ · 2026-08-28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ลพบุรี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2026-08-28, ระดับน้ำถึง 2026-08-28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