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2026-08-10,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133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2026-08-13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36,479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33.013 ณ 2026-08-10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−67.6%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+42% มันสำปะหลัง +64% ปาล์ม +25%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สี่รายการมีทิศทางไม่ตรงกันระหว่างเทียบปีก่อนกับหกเดือน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+24.7%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+42.4%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+126.5%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2026-08-13,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(16.7%) · เรียลไทม์ · 2026-08-15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2026-08-15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เลย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23.1%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2026-08-15, ระดับน้ำถึง 2026-08-15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+16.9% แต่มีสี่จังหวัดที่ลดลง — ทั้งหมดอยู่ในแหล่งปลูกมะพร้าว โดยหนักที่สุดคือสมุทรสงครามที่ −63.2%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2026-08-13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