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82%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2026-09-07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2026-08 · BIS 2025 ไตรมาส 4 · ECB 2026-09-07,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132 จาก 787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31/154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18/272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2026-09-09 การเปลี่ยนแปลงหกเดือนคำนวณจากข้อมูลรายเดือนของ NABC เอง (thai_price_history รุ่นข้อมูล 2026-09-05)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15,362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36,217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32.895 ณ 2026-09-07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−68.7%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+76% ปาล์ม +23% ข้าว +13%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69%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315"/>
                </a:moveTo>
                <a:lnTo>
                  <a:pt x="412943" y="0"/>
                </a:lnTo>
                <a:lnTo>
                  <a:pt x="825886" y="372997"/>
                </a:lnTo>
                <a:lnTo>
                  <a:pt x="1238829" y="457200"/>
                </a:lnTo>
                <a:lnTo>
                  <a:pt x="1651772" y="385356"/>
                </a:lnTo>
                <a:lnTo>
                  <a:pt x="2064715" y="41131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618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฿142.50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0235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12596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1746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+5.1%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22251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+7.1%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฿17,494 /ตัน · อีสาน·เหนือ·กลาง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+12.8%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2701"/>
                </a:lnTo>
                <a:lnTo>
                  <a:pt x="825886" y="41154"/>
                </a:lnTo>
                <a:lnTo>
                  <a:pt x="1238829" y="30357"/>
                </a:lnTo>
                <a:lnTo>
                  <a:pt x="1651772" y="0"/>
                </a:lnTo>
                <a:lnTo>
                  <a:pt x="2064715" y="16356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6748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฿9.05 /กก. · เหนือ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+13.6%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−0.3%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2301"/>
                </a:moveTo>
                <a:lnTo>
                  <a:pt x="412943" y="83780"/>
                </a:lnTo>
                <a:lnTo>
                  <a:pt x="825886" y="0"/>
                </a:lnTo>
                <a:lnTo>
                  <a:pt x="1238829" y="47874"/>
                </a:lnTo>
                <a:lnTo>
                  <a:pt x="1651772" y="292033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฿8.38 /กก. · ใต้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+16.2%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316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4537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666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฿74.67 /กก. · กลาง·ตต.·ตอ.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+24.2%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+18.4%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0046"/>
                </a:moveTo>
                <a:lnTo>
                  <a:pt x="412943" y="457200"/>
                </a:lnTo>
                <a:lnTo>
                  <a:pt x="825886" y="343487"/>
                </a:lnTo>
                <a:lnTo>
                  <a:pt x="1238829" y="264994"/>
                </a:lnTo>
                <a:lnTo>
                  <a:pt x="1651772" y="11136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฿80.62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+40.3%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+18.5%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6071"/>
                </a:lnTo>
                <a:lnTo>
                  <a:pt x="1651772" y="195360"/>
                </a:lnTo>
                <a:lnTo>
                  <a:pt x="2064715" y="219831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311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฿3.92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+76.3%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+47.4%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6666"/>
                </a:lnTo>
                <a:lnTo>
                  <a:pt x="825886" y="253498"/>
                </a:lnTo>
                <a:lnTo>
                  <a:pt x="1238829" y="217284"/>
                </a:lnTo>
                <a:lnTo>
                  <a:pt x="1651772" y="497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฿250.00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+114.6%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4830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6602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2026-09-09, รุ่นข้อมูลย้อนหลัง 2026-09-05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2026M08)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−4.77%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787 (16.8%) · เรียลไทม์ · 2026-09-09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2026-09-09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สมุทรปราการ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26.7%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อุดรธานี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2026-09-09, ระดับน้ำถึง 2026-09-09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+15.6% แต่มีสี่จังหวัดที่ลดลง — ทั้งหมดอยู่ในแหล่งปลูกมะพร้าว โดยหนักที่สุดคือสมุทรสงครามที่ −64.3%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−4.8%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2026-09-09 · ประวัติราคาไทย 2026-09-05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2026-09-09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