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2026-08-14,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123 จาก 796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2026-08-13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36,603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33.125 ณ 2026-08-14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−67.6%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+64% ปาล์ม +25%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2026-08-13,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796 (15.5%) · เรียลไทม์ · 2026-08-16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2026-08-16, ระดับน้ำถึง 2026-08-16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+16.9% แต่มีสี่จังหวัดที่ลดลง — ทั้งหมดอยู่ในแหล่งปลูกมะพร้าว โดยหนักที่สุดคือสมุทรสงครามที่ −63.2%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2026-08-13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