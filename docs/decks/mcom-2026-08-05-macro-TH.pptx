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133 จาก 792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2026-09-03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32.920 ณ 2026-09-04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−67.9%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+75%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2026-09-03,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792 (16.8%) · เรียลไทม์ · 2026-09-06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2026-09-06, ระดับน้ำถึง 2026-09-06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+16.4% แต่มีสี่จังหวัดที่ลดลง — ทั้งหมดอยู่ในแหล่งปลูกมะพร้าว โดยหนักที่สุดคือสมุทรสงครามที่ −63.5%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2026-09-03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