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25%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2026-09-10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32.1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−5.5% เทียบปีก่อน · ธปท. 2026-07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2026-08 · BIS 2025 ไตรมาส 4 · ECB 2026-09-10,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−5.5%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152 จาก 788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41/155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21/272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32/167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2026-09-11 การเปลี่ยนแปลงหกเดือนคำนวณจากข้อมูลรายเดือนของ NABC เอง (thai_price_history รุ่นข้อมูล 2026-09-11)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36,327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32.995 ณ 2026-09-10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−69.0%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+7.7%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+77% ปาล์ม +24% ข้าว +12%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69%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−69.0%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804"/>
                </a:moveTo>
                <a:lnTo>
                  <a:pt x="412943" y="0"/>
                </a:lnTo>
                <a:lnTo>
                  <a:pt x="825886" y="380210"/>
                </a:lnTo>
                <a:lnTo>
                  <a:pt x="1238829" y="457200"/>
                </a:lnTo>
                <a:lnTo>
                  <a:pt x="1651772" y="398914"/>
                </a:lnTo>
                <a:lnTo>
                  <a:pt x="2064715" y="41909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2396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฿141.25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+6.7%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5604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384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4328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+5.4%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+0.2%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19269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฿8.92 /กก. · เหนือ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+12.1%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21155"/>
                </a:moveTo>
                <a:lnTo>
                  <a:pt x="412943" y="80288"/>
                </a:lnTo>
                <a:lnTo>
                  <a:pt x="825886" y="0"/>
                </a:lnTo>
                <a:lnTo>
                  <a:pt x="1238829" y="53525"/>
                </a:lnTo>
                <a:lnTo>
                  <a:pt x="1651772" y="27431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฿17,443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+12.4%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+4.0%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37319"/>
                </a:lnTo>
                <a:lnTo>
                  <a:pt x="825886" y="75982"/>
                </a:lnTo>
                <a:lnTo>
                  <a:pt x="1238829" y="44763"/>
                </a:lnTo>
                <a:lnTo>
                  <a:pt x="1651772" y="0"/>
                </a:lnTo>
                <a:lnTo>
                  <a:pt x="2064715" y="21126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72255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฿8.41 /กก. · ใต้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+16.6%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665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3490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461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฿74.74 /กก. · กลาง·ตต.·ตอ.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+26.9%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3049"/>
                </a:moveTo>
                <a:lnTo>
                  <a:pt x="412943" y="457200"/>
                </a:lnTo>
                <a:lnTo>
                  <a:pt x="825886" y="346852"/>
                </a:lnTo>
                <a:lnTo>
                  <a:pt x="1238829" y="262074"/>
                </a:lnTo>
                <a:lnTo>
                  <a:pt x="1651772" y="11404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฿81.03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+40.3%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+18.9%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2808"/>
                </a:lnTo>
                <a:lnTo>
                  <a:pt x="1651772" y="195360"/>
                </a:lnTo>
                <a:lnTo>
                  <a:pt x="2064715" y="2031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14405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฿3.93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+77.2%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7553"/>
                </a:lnTo>
                <a:lnTo>
                  <a:pt x="825886" y="255495"/>
                </a:lnTo>
                <a:lnTo>
                  <a:pt x="1238829" y="210671"/>
                </a:lnTo>
                <a:lnTo>
                  <a:pt x="1651772" y="49306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฿277.78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+198.1%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−38.9%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2997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47694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2026-09-11, รุ่นข้อมูลย้อนหลัง 2026-09-11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2026M08)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−4.77%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152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788 (19.3%) · เรียลไทม์ · 2026-09-11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2026-09-11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ปราจีนบุรี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6/15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สตูล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37.0%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ฉะเชิงเทรา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ชัยนาท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31.0%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2026-09-11, ระดับน้ำถึง 2026-09-11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+15.3% แต่มีสี่จังหวัดที่ลดลง — ทั้งหมดอยู่ในแหล่งปลูกมะพร้าว โดยหนักที่สุดคือสมุทรสงครามที่ −64.6%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−4.8%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2026-09-11 · ประวัติราคาไทย 2026-09-11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2026-09-11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