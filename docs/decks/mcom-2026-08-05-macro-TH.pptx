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ไม่ใช่ถ้าดูดัชนีโลก — แต่ราคาหน้าฟาร์ม (ราคาที่เกษตรกรขายได้) บอกคนละเรื่อง
• ราคาหน้าฟาร์มไทยเจ็ดจากสิบเจ็ดรายการลดลงเมื่อเทียบกับปีก่อน
• เนื้อวัว: หน้าฟาร์ม −6.1% เทียบดัชนีโลก +11.8%
• ส่วนต่างสำคัญกว่าราคา: ราคาขยับ 25% กลายเป็นรายได้เกษตรเหวี่ยง 81%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2026-08-03,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132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34/159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สินค้าเกษตร 17 จากทั้งหมด 21 รายการที่เราติดตาม มีราคาหน้าฟาร์มไทยที่วัดได้จริง (ราคาที่เกษตรกรขายได้) และเจ็ดรายการกำลังลดลงเมื่อเทียบกับปีก่อน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1086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สุกร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กลาง · ตต.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−3.2%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กุ้งขาว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ประมง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ชายฝั่งใต้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26963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298899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28335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2026-08-04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878857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878857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02516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229631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95.34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16,467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33.335 ณ 2026-08-03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−69.3%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+41% มันสำปะหลัง +59% ปาล์ม +27%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สี่รายการมีทิศทางไม่ตรงกันระหว่างเทียบปีก่อนกับหกเดือน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−3.2%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เทียบปีก่อน +0.0%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+27.3%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+41.1%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+59.3%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+94.7%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2026-08-04,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(16.6%) · เรียลไทม์ · 2026-08-05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ปทุมธานี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2026-08-05, ระดับน้ำถึง 2026-08-05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+15.6% แต่มีสี่จังหวัดที่ลดลง — ทั้งหมดอยู่ในแหล่งปลูกมะพร้าว โดยหนักที่สุดคือสมุทรสงครามที่ −64.8%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2026-08-04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