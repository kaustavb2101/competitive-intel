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ไม่ใช่ถ้าดูดัชนีโลก — แต่ราคาหน้าฟาร์ม (ราคาที่เกษตรกรขายได้) บอกคนละเรื่อง
• ราคาหน้าฟาร์มไทยเจ็ดจากสิบเจ็ดรายการลดลงเมื่อเทียบกับปีก่อน
• เนื้อวัว: หน้าฟาร์ม −6.1% เทียบดัชนีโลก +11.8%
• ส่วนต่างสำคัญกว่าราคา: ราคาขยับ 26% กลายเป็นรายได้เกษตรเหวี่ยง 83%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2026-08-07,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167 จาก 796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48/143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สินค้าเกษตร 17 จากทั้งหมด 21 รายการที่เราติดตาม มีราคาหน้าฟาร์มไทยที่วัดได้จริง (ราคาที่เกษตรกรขายได้) และเจ็ดรายการกำลังลดลงเมื่อเทียบกับปีก่อน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108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สุกร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กลาง · ตต.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กุ้งขาว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ประมง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ชายฝั่งใต้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26963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298899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28335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2026-08-07 การเปลี่ยนแปลงหกเดือนคำนวณจากข้อมูลรายเดือนของ NABC เอง (thai_price_history รุ่นข้อมูล 2026-08-02)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878857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878857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02516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229631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+11.8% ราคาหน้าฟาร์มไทย −6.1% — ต่างกัน 17.9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−45% เทียบจุดสูงสุด 2023-09 — ลดลงใน 26 จาก 33 เดือนล่าสุด ไม่ใช่การย่อตัวปีเดียว
• ยางพารา: อยู่ต่ำกว่าระดับปี 2021 ของตัวเองถึง 20 จาก 60 เดือนล่าสุด และเพิ่งกลับขึ้นมาได้ หลังยืนเหนือระดับนั้นมา 29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2026M06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33.055 ณ 2026-08-07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−68.4%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+42% มันสำปะหลัง +61% ปาล์ม +26%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สี่รายการมีทิศทางไม่ตรงกันระหว่างเทียบปีก่อนกับหกเดือน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−68.4%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กลาง·ตต.·ตอ.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ชายฝั่งใต้·ตอ.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−0.4%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เทียบปีก่อน +0.0%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กลาง·ตอ.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+25.5%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+41.6%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+61.3%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+105.0%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2026-08-07, รุ่นข้อมูลย้อนหลัง 2026-08-02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796 (21.0%) · เรียลไทม์ · 2026-08-09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2026-08-09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10/28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2026-08-09, ระดับน้ำถึง 2026-08-09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+16.1% แต่มีสี่จังหวัดที่ลดลง — ทั้งหมดอยู่ในแหล่งปลูกมะพร้าว โดยหนักที่สุดคือสมุทรสงครามที่ −64.0%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2026-08-07 · ประวัติราคาไทย 2026-08-02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