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83%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129 จาก 790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2026-09-07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32.920 ณ 2026-09-04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−68.6%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+76%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−68.6%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+75.9%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+181.0%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2026-09-07,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790 (16.3%) · เรียลไทม์ · 2026-09-08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ลำพูน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2026-09-08, ระดับน้ำถึง 2026-09-08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+15.9% แต่มีสี่จังหวัดที่ลดลง — ทั้งหมดอยู่ในแหล่งปลูกมะพร้าว โดยหนักที่สุดคือสมุทรสงครามที่ −64.2%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2026-09-07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