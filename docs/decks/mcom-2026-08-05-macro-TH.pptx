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85%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2026-09-04,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124 จาก 792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2026-09-03 การเปลี่ยนแปลงหกเดือนคำนวณจากข้อมูลรายเดือนของ NABC เอง (thai_price_history รุ่นข้อมูล 2026-09-05)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32.920 ณ 2026-09-04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−67.9%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+75% ปาล์ม +23%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68%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อีสาน·เหนือ·กลาง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เหนือ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กลาง·ตต.·ตอ.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+18.0%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+134.7%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2026-09-03, รุ่นข้อมูลย้อนหลัง 2026-09-05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792 (15.7%) · เรียลไทม์ · 2026-09-07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2026-09-07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42.3%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พระนครศรีอยุธยา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2026-09-07, ระดับน้ำถึง 2026-09-07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+16.4% แต่มีสี่จังหวัดที่ลดลง — ทั้งหมดอยู่ในแหล่งปลูกมะพร้าว โดยหนักที่สุดคือสมุทรสงครามที่ −63.5%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2026-09-03 · ประวัติราคาไทย 2026-09-05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