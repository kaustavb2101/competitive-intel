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82%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2026-09-07,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132 of 787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2026-09-09. The six-month move is computed from NABC's own monthly series (thai_price_history, vintage 2026-09-05);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32.895, 2026-09-07.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−68.7%,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+76% cassava, +23% palm, +13%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South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C·W·E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+24.2%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+18.4%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+76.3%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+114.6%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2026-09-09, history vintage 2026-09-05.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787 (16.8%) · live · 2026-09-09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26.7%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2026-09-09, river to 2026-09-09.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+15.6%, but four provinces fell — all on the coconut (มะพร้าว) belt, worst สมุทรสงคราม at −64.3%.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2026-09-09 · Thai price history 2026-09-05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