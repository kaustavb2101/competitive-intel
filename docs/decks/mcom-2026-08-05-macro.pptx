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2026-08-24,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136 of 793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19/273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31/167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2026-08-28. The six-month move is computed from NABC's own monthly series (thai_price_history, vintage 2026-08-23);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32.685, 2026-08-24.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−67.4%,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+74% cassava, +23% palm, +14% rice at the farm gate. Crop income rose in every region.
•  Four provinces fell — all coconut, all on the western gulf. Coconut price is down 67%.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+14.4%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C·W·E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+16.8%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+73.7%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+111.6%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2026-08-28, history vintage 2026-08-23.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793 (17.2%) · live · 2026-08-30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2026-08-30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ยโสธร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ปราจีนบุรี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จันทบุรี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17.0%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ตราด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13.2%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2026-08-30, river to 2026-08-30.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+16.8%, but four provinces fell — all on the coconut (มะพร้าว) belt, worst สมุทรสงคราม at −63.0%.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2026-08-28 · Thai price history 2026-08-23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2026-08-30.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