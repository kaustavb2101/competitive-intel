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82%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2026-09-07,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147 of 788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2026-09-09.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32.895, 2026-09-07.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+76% cassava, +23% palm, +13%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+114.6%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2026-09-09,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788 (18.7%) · live · 2026-09-11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นครปฐม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ศรีสะเกษ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2026-09-11, river to 2026-09-11.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+15.6%, but four provinces fell — all on the coconut (มะพร้าว) belt, worst สมุทรสงคราม at −64.3%.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2026-09-09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