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Eight of seventeen Thai farm-gate prices are falling year on year.
• Beef: farm gate −6.1% vs world index +11.8%.
• Margin over price: a 25% price move becomes an 80%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2026-08-03,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132 of 794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Eight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Pork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W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White shrimp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Fisheries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 coast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Chicken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41,496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523841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531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53755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2026-08-03.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287365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287365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433669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63813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33.335, 2026-08-03.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−69.7%,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-65.2%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+41% rubber, +59% cassava, +28% palm, +13% rice at the farm gate. Crop income rose in every region.
•  Four provinces fell — all coconut, all on the western gulf. Coconut price is down 70%.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−3.5%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−0.1%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802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YoY +0.0%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+27.5%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+41.2%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+58.8%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+75.6%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2026-08-03,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794 (16.6%) · live · 2026-08-04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2026-08-04, river to 2026-08-04.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+15.5%, but four provinces fell — all on the coconut (มะพร้าว) belt, worst สมุทรสงคราม at −65.2%.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2026-08-03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