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133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2026-08-24.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−66.9%,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+72%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2026-08-24,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(16.7%) · live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2026-08-26, river to 2026-08-26.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+17.0%, but four provinces fell — all on the coconut (มะพร้าว) belt, worst สมุทรสงคราม at −62.5%.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2026-08-24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