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−5.5% YoY · BoT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−5.5%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151 of 788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2026-09-11. The six-month move is computed from NABC's own monthly series (thai_price_history, vintage 2026-09-11);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32.995, 2026-09-10.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−69.0%,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+77% cassava, +24% palm, +12%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North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2026-09-11, history vintage 2026-09-11.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788 (19.2%) · live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ลำปาง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2026-09-12, river to 2026-09-12.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+15.3%, but four provinces fell — all on the coconut (มะพร้าว) belt, worst สมุทรสงคราม at −64.6%.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2026-09-11 · Thai price history 2026-09-11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