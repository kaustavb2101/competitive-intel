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+11.8%.
• Margin over price: a 26% price move becomes an 85%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2026-08-10,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155 of 794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41/273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2026-08-11. The six-month move is computed from NABC's own monthly series (thai_price_history, vintage 2026-08-02);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+11.8%, Thai farm gate −6.1% — a 17.9-point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−45% against its 2023-09 peak — down in 26 of the last 33 months, not a one-year dip.
• Rubber (ยางพารา): spent 20 of the last 60 months below its own 2021 level — only just cleared it, after 29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94.42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16,308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36,479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10.56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2026M06 (60 observations per series, rebased to 100 at 2021-07 for the chart — units differ, so raw levels can’t share an axis). Baht conversion at the ECB reference rate USD/THB 33.013, 2026-08-10.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−67.8%,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+42% rubber, +64% cassava, +25% palm, +14% rice at the farm gate. Crop income rose in every region.
•  Four provinces fell — all coconut, all on the western gulf. Coconut price is down 68%.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four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−67.8%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C·E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+5.0%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C·W·E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+6.1%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S·E coast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−15.8%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C·E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−1.9%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7866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+15.4%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+25.3%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+42.0%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+63.5%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+109.2%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2026-08-11, history vintage 2026-08-02.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794 (19.5%) · live · 2026-08-11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2026-08-11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พะเยา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2026-08-11, river to 2026-08-11.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+16.6%, but four provinces fell — all on the coconut (มะพร้าว) belt, worst สมุทรสงคราม at −63.4%.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2026-08-11 · Thai price history 2026-08-02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