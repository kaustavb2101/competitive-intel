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84%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2026-08-24,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126 of 795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26/275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2026-08-24. The six-month move is computed from NABC's own monthly series (thai_price_history, vintage 2026-08-23);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32.685, 2026-08-24.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−66.9%,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+17.0%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+72% cassava, +23% palm, +14% rice at the farm gate. Crop income rose in every region.
•  Four provinces fell — all coconut, all on the western gulf. Coconut price is down 67%.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−66.9%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+14.4%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+2.3%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C·W·E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+8.8%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+15.9%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+40.2%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+72.1%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+102.6%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2026-08-24, history vintage 2026-08-23.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795 (15.8%) · live · 2026-08-26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2026-08-26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น่าน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2026-08-26, river to 2026-08-26.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+17.0%, but four provinces fell — all on the coconut (มะพร้าว) belt, worst สมุทรสงคราม at −62.5%.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2026-08-24 · Thai price history 2026-08-23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