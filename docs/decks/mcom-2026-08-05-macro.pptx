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2026-08-31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2026-08-31,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131 of 792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2026-08-28. The six-month move is computed from NABC's own monthly series (thai_price_history, vintage 2026-08-29);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92.20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33.165, 2026-08-31.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−67.4%,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+74%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฿596.84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70673"/>
                </a:lnTo>
                <a:lnTo>
                  <a:pt x="825886" y="145193"/>
                </a:lnTo>
                <a:lnTo>
                  <a:pt x="1238829" y="399195"/>
                </a:lnTo>
                <a:lnTo>
                  <a:pt x="1651772" y="457200"/>
                </a:lnTo>
                <a:lnTo>
                  <a:pt x="2064715" y="409348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422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฿143.14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6948"/>
                </a:moveTo>
                <a:lnTo>
                  <a:pt x="412943" y="415955"/>
                </a:lnTo>
                <a:lnTo>
                  <a:pt x="825886" y="457200"/>
                </a:lnTo>
                <a:lnTo>
                  <a:pt x="1238829" y="420285"/>
                </a:lnTo>
                <a:lnTo>
                  <a:pt x="1651772" y="17034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฿43.05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9484"/>
                </a:lnTo>
                <a:lnTo>
                  <a:pt x="825886" y="305129"/>
                </a:lnTo>
                <a:lnTo>
                  <a:pt x="1238829" y="457200"/>
                </a:lnTo>
                <a:lnTo>
                  <a:pt x="1651772" y="245880"/>
                </a:lnTo>
                <a:lnTo>
                  <a:pt x="2064715" y="91834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670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฿350.53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+15.9%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8744"/>
                </a:lnTo>
                <a:lnTo>
                  <a:pt x="825886" y="218744"/>
                </a:lnTo>
                <a:lnTo>
                  <a:pt x="1238829" y="309310"/>
                </a:lnTo>
                <a:lnTo>
                  <a:pt x="1651772" y="1281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฿71.18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1819"/>
                </a:moveTo>
                <a:lnTo>
                  <a:pt x="412943" y="140924"/>
                </a:lnTo>
                <a:lnTo>
                  <a:pt x="825886" y="457200"/>
                </a:lnTo>
                <a:lnTo>
                  <a:pt x="1238829" y="309849"/>
                </a:lnTo>
                <a:lnTo>
                  <a:pt x="1651772" y="19600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฿17,763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+7.7%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1371"/>
                </a:lnTo>
                <a:lnTo>
                  <a:pt x="825886" y="153981"/>
                </a:lnTo>
                <a:lnTo>
                  <a:pt x="1238829" y="34219"/>
                </a:lnTo>
                <a:lnTo>
                  <a:pt x="1651772" y="2372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+9.7%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0931"/>
                </a:lnTo>
                <a:lnTo>
                  <a:pt x="825886" y="79083"/>
                </a:lnTo>
                <a:lnTo>
                  <a:pt x="1238829" y="0"/>
                </a:lnTo>
                <a:lnTo>
                  <a:pt x="1651772" y="54369"/>
                </a:lnTo>
                <a:lnTo>
                  <a:pt x="2064715" y="294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805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+24.6%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09"/>
                </a:moveTo>
                <a:lnTo>
                  <a:pt x="412943" y="439749"/>
                </a:lnTo>
                <a:lnTo>
                  <a:pt x="825886" y="457200"/>
                </a:lnTo>
                <a:lnTo>
                  <a:pt x="1238829" y="293166"/>
                </a:lnTo>
                <a:lnTo>
                  <a:pt x="1651772" y="7678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฿81.23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+34.6%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2748"/>
                </a:lnTo>
                <a:lnTo>
                  <a:pt x="825886" y="158359"/>
                </a:lnTo>
                <a:lnTo>
                  <a:pt x="1238829" y="0"/>
                </a:lnTo>
                <a:lnTo>
                  <a:pt x="1651772" y="39334"/>
                </a:lnTo>
                <a:lnTo>
                  <a:pt x="2064715" y="122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33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฿3.81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+51.8%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7809"/>
                </a:lnTo>
                <a:lnTo>
                  <a:pt x="825886" y="278296"/>
                </a:lnTo>
                <a:lnTo>
                  <a:pt x="1238829" y="178905"/>
                </a:lnTo>
                <a:lnTo>
                  <a:pt x="1651772" y="14312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฿146.32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16732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3445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2026-08-28, history vintage 2026-08-29.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792 (16.5%) · live · 2026-09-02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เลย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2026-09-02, river to 2026-09-02.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+16.8%, but four provinces fell — all on the coconut (มะพร้าว) belt, worst สมุทรสงคราม at −63.0%.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2026-08-28 · Thai price history 2026-08-29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