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2026-08-17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2026-08-17,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141 of 796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36/275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2026-08-20. The six-month move is computed from NABC's own monthly series (thai_price_history, vintage 2026-08-17);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15,423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36,361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33.025, 2026-08-17.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−67.2%,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+17.2%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+41% rubber, +69% cassava, +24% palm, +14% rice at the farm gate. Crop income rose in every region.
•  Four provinces fell — all coconut, all on the western gulf. Coconut price is down 67%.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+33.6%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฿620.00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−48.8%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70015"/>
                </a:lnTo>
                <a:lnTo>
                  <a:pt x="825886" y="147424"/>
                </a:lnTo>
                <a:lnTo>
                  <a:pt x="1238829" y="401963"/>
                </a:lnTo>
                <a:lnTo>
                  <a:pt x="1651772" y="457200"/>
                </a:lnTo>
                <a:lnTo>
                  <a:pt x="2064715" y="38788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79275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฿143.33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2838"/>
                </a:moveTo>
                <a:lnTo>
                  <a:pt x="412943" y="418928"/>
                </a:lnTo>
                <a:lnTo>
                  <a:pt x="825886" y="457200"/>
                </a:lnTo>
                <a:lnTo>
                  <a:pt x="1238829" y="423249"/>
                </a:lnTo>
                <a:lnTo>
                  <a:pt x="1651772" y="17386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฿343.75 /ร้อยฟอง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+2.0%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+13.6%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73996"/>
                </a:lnTo>
                <a:lnTo>
                  <a:pt x="825886" y="173996"/>
                </a:lnTo>
                <a:lnTo>
                  <a:pt x="1238829" y="281558"/>
                </a:lnTo>
                <a:lnTo>
                  <a:pt x="1651772" y="664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4807"/>
                </a:lnTo>
                <a:lnTo>
                  <a:pt x="825886" y="305815"/>
                </a:lnTo>
                <a:lnTo>
                  <a:pt x="1238829" y="457200"/>
                </a:lnTo>
                <a:lnTo>
                  <a:pt x="1651772" y="244855"/>
                </a:lnTo>
                <a:lnTo>
                  <a:pt x="2064715" y="9143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9631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฿70.12 /กก. · C·W·E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+5.4%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+26.3%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8828"/>
                </a:moveTo>
                <a:lnTo>
                  <a:pt x="412943" y="100410"/>
                </a:lnTo>
                <a:lnTo>
                  <a:pt x="825886" y="457200"/>
                </a:lnTo>
                <a:lnTo>
                  <a:pt x="1238829" y="286450"/>
                </a:lnTo>
                <a:lnTo>
                  <a:pt x="1651772" y="170749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฿17,768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1616"/>
                </a:lnTo>
                <a:lnTo>
                  <a:pt x="825886" y="154005"/>
                </a:lnTo>
                <a:lnTo>
                  <a:pt x="1238829" y="47789"/>
                </a:lnTo>
                <a:lnTo>
                  <a:pt x="1651772" y="2762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฿10.04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+12.7%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7808"/>
                </a:lnTo>
                <a:lnTo>
                  <a:pt x="825886" y="86967"/>
                </a:lnTo>
                <a:lnTo>
                  <a:pt x="1238829" y="0"/>
                </a:lnTo>
                <a:lnTo>
                  <a:pt x="1651772" y="49695"/>
                </a:lnTo>
                <a:lnTo>
                  <a:pt x="2064715" y="22611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3741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฿8.65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+26.6%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44499"/>
                </a:lnTo>
                <a:lnTo>
                  <a:pt x="825886" y="457200"/>
                </a:lnTo>
                <a:lnTo>
                  <a:pt x="1238829" y="311149"/>
                </a:lnTo>
                <a:lnTo>
                  <a:pt x="1651772" y="1143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฿81.86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+41.4%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+35.6%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6327"/>
                </a:lnTo>
                <a:lnTo>
                  <a:pt x="825886" y="157274"/>
                </a:lnTo>
                <a:lnTo>
                  <a:pt x="1238829" y="0"/>
                </a:lnTo>
                <a:lnTo>
                  <a:pt x="1651772" y="37202"/>
                </a:lnTo>
                <a:lnTo>
                  <a:pt x="2064715" y="104678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15974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+69.4%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3003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฿120.00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+96.8%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−42.9%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34102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518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2026-08-20, history vintage 2026-08-17.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141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796 (17.7%) · live · 2026-08-22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2026-08-22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น่าน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8/14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เพชรบูรณ์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2026-08-22, river to 2026-08-22.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+17.2%, but four provinces fell — all on the coconut (มะพร้าว) belt, worst สมุทรสงคราม at −62.8%.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2026-08-20 · Thai price history 2026-08-17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2026-08-22.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