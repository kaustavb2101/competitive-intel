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2026-09-04,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123 of 792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2026-09-04. The six-month move is computed from NABC's own monthly series (thai_price_history, vintage 2026-09-05);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32.920, 2026-09-04.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−68.2%,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+75% cassava, +23% palm, +13% rice at the farm gate. Crop income rose in every region.
•  Four provinces fell — all coconut, all on the western gulf. Coconut price is down 68%.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Isan·N·C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North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+15.1%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C·W·E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+18.4%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+74.8%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2026-09-04, history vintage 2026-09-05.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792 (15.5%) · live · 2026-09-07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2026-09-07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นนทบุรี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พระนครศรีอยุธยา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2026-09-07, river to 2026-09-07.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+16.3%, but four provinces fell — all on the coconut (มะพร้าว) belt, worst สมุทรสงคราม at −63.8%.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2026-09-04 · Thai price history 2026-09-05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2026-09-07.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