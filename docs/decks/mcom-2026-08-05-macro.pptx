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124 of 792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2026-09-03.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32.920, 2026-09-04.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+75% cassava, +23% palm, +13%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2026-09-03,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792 (15.7%) · live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42.3%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2026-09-07, river to 2026-09-07.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+16.4%, but four provinces fell — all on the coconut (มะพร้าว) belt, worst สมุทรสงคราม at −63.5%.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2026-09-03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