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129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2026-08-26.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−67.1%,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+73%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+73.3%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+107.4%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2026-08-26,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(16.2%) · live · 2026-08-26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ตาก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2026-08-26, river to 2026-08-26.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+17.0%, but four provinces fell — all on the coconut (มะพร้าว) belt, worst สมุทรสงคราม at −62.7%.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2026-08-26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