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Eight of seventeen Thai farm-gate prices are falling year on year.
• Beef: farm gate −6.1% vs world index +11.8%.
• Margin over price: a 25% price move becomes an 80%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2026-08-03,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Eight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Chicken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87365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287365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433669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63813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33.335, 2026-08-03.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+59% cassava, +28% palm, +13% rice at the farm gate. Crop income rose in every region.
•  Four provinces fell — all coconut, all on the western gulf. Coconut price is down 70%.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66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151626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180886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165342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2026M06),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−3.28%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(16.6%) · live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2026-08-04, river to 2026-08-04.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Pre-2022 advance rates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5970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8896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7342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60092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8721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737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600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4652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3280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1931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40560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+15.5%, but four provinces fell — all on the coconut (มะพร้าว) belt, worst สมุทรสงคราม at −65.2%.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−3.3%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