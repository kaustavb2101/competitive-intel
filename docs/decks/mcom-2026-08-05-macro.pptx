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2026-08-07,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156 of 794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2026-08-11.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33.055, 2026-08-07.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−67.8%,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+42% rubber, +64% cassava, +25% palm, +14%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+25.3%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+42.0%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+63.5%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+109.2%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2026-08-11,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794 (19.6%) · live · 2026-08-11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2026-08-11, river to 2026-08-11.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+16.6%, but four provinces fell — all on the coconut (มะพร้าว) belt, worst สมุทรสงคราม at −63.4%.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2026-08-11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