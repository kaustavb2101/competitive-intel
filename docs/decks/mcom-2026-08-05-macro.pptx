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25%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2026-09-10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32.1M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−5.5% YoY · BoT 2026-07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2026-08 · BIS 2025-Q4 · ECB 2026-09-10,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−5.5%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149 of 789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2026-09-11. The six-month move is computed from NABC's own monthly series (thai_price_history, vintage 2026-09-11);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36,327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32.995, 2026-09-10.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−69.0%,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+7.7%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+77% cassava, +24% palm, +12% rice at the farm gate. Crop income rose in every region.
•  Four provinces fell — all coconut, all on the western gulf. Coconut price is down 69%.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804"/>
                </a:moveTo>
                <a:lnTo>
                  <a:pt x="412943" y="0"/>
                </a:lnTo>
                <a:lnTo>
                  <a:pt x="825886" y="380210"/>
                </a:lnTo>
                <a:lnTo>
                  <a:pt x="1238829" y="457200"/>
                </a:lnTo>
                <a:lnTo>
                  <a:pt x="1651772" y="398914"/>
                </a:lnTo>
                <a:lnTo>
                  <a:pt x="2064715" y="41909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2396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฿141.25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+0.3%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+6.7%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5604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384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4328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+5.4%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+0.2%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19269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+7.6%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฿8.92 /กก. · North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21155"/>
                </a:moveTo>
                <a:lnTo>
                  <a:pt x="412943" y="80288"/>
                </a:lnTo>
                <a:lnTo>
                  <a:pt x="825886" y="0"/>
                </a:lnTo>
                <a:lnTo>
                  <a:pt x="1238829" y="53525"/>
                </a:lnTo>
                <a:lnTo>
                  <a:pt x="1651772" y="27431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฿17,443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+12.4%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+4.0%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37319"/>
                </a:lnTo>
                <a:lnTo>
                  <a:pt x="825886" y="75982"/>
                </a:lnTo>
                <a:lnTo>
                  <a:pt x="1238829" y="44763"/>
                </a:lnTo>
                <a:lnTo>
                  <a:pt x="1651772" y="0"/>
                </a:lnTo>
                <a:lnTo>
                  <a:pt x="2064715" y="21126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72255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฿8.41 /กก. · South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+23.6%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+16.6%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665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3490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461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฿74.74 /กก. · C·W·E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+26.9%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+18.5%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3049"/>
                </a:moveTo>
                <a:lnTo>
                  <a:pt x="412943" y="457200"/>
                </a:lnTo>
                <a:lnTo>
                  <a:pt x="825886" y="346852"/>
                </a:lnTo>
                <a:lnTo>
                  <a:pt x="1238829" y="262074"/>
                </a:lnTo>
                <a:lnTo>
                  <a:pt x="1651772" y="11404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฿81.03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+18.9%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2808"/>
                </a:lnTo>
                <a:lnTo>
                  <a:pt x="1651772" y="195360"/>
                </a:lnTo>
                <a:lnTo>
                  <a:pt x="2064715" y="20310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14405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฿3.93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+77.2%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7553"/>
                </a:lnTo>
                <a:lnTo>
                  <a:pt x="825886" y="255495"/>
                </a:lnTo>
                <a:lnTo>
                  <a:pt x="1238829" y="210671"/>
                </a:lnTo>
                <a:lnTo>
                  <a:pt x="1651772" y="49306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฿277.78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+198.1%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−38.9%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2997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47694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2026-09-11, history vintage 2026-09-11.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2026M08),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−4.77%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789 (18.9%) · live · 2026-09-12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2026-09-12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นครศรีธรรมราช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13.6%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ฉะเชิงเทรา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2026-09-12, river to 2026-09-12.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6,302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พิจิตร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ราชบุรี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17,712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0.56M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อุตรดิตถ์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8,444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มุกดาหาร, สิงห์บุรี.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+15.3%, but four provinces fell — all on the coconut (มะพร้าว) belt, worst สมุทรสงคราม at −64.6%.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−4.8%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2026-09-11 · Thai price history 2026-09-11 · crop cost of production OAE Cai-up 2568 (crop year 2568/69, OAE forecast Mar 2569) · drought 2026-06-21 · CPI 2026-05 · GDP 2026-Q1 · IMF WEO 2026 · resale index 2026-05 · registrations to 2026-01 · household debt NSO SES 2566 · wages NSO LFS 2568 · telemetry 2026-09-12.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