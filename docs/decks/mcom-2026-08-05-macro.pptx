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82%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2026-09-07,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145 of 789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2026-09-09.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32.895, 2026-09-07.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+76% cassava, +23% palm, +13%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+24.2%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+114.6%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2026-09-09,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789 (18.4%) · live · 2026-09-10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51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2026-09-10, river to 2026-09-10.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+15.6%, but four provinces fell — all on the coconut (มะพร้าว) belt, worst สมุทรสงคราม at −64.3%.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2026-09-09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