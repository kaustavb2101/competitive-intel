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84%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2026-08-24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2026-06 · BIS 2025-Q4 · ECB 2026-08-24,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134 of 795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29/156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29/275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42/145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2026-08-24. The six-month move is computed from NABC's own monthly series (thai_price_history, vintage 2026-08-23);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524756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524756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67106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87552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+8.8%, Thai farm gate −6.1% — a 14.9-point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−41% against its 2023-09 peak — down in 26 of the last 34 months, not a one-year dip.
• Rubber (ยางพารา): spent 21 of the last 60 months below its own 2021 level — only just cleared it, after 30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90.86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15,264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35,986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2026M07 (60 observations per series, rebased to 100 at 2021-07 for the chart — units differ, so raw levels can’t share an axis). Baht conversion at the ECB reference rate USD/THB 32.685, 2026-08-24.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−66.9%,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+17.0%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+17.5%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+40% rubber, +72% cassava, +23% palm, +14% rice at the farm gate. Crop income rose in every region.
•  Four provinces fell — all coconut, all on the western gulf. Coconut price is down 67%.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three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฿606.15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−66.9%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−50.1%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67653"/>
                </a:lnTo>
                <a:lnTo>
                  <a:pt x="825886" y="145107"/>
                </a:lnTo>
                <a:lnTo>
                  <a:pt x="1238829" y="402654"/>
                </a:lnTo>
                <a:lnTo>
                  <a:pt x="1651772" y="457200"/>
                </a:lnTo>
                <a:lnTo>
                  <a:pt x="2064715" y="401204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0607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฿143.00 /กก. · S·E coast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−2.1%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7911"/>
                </a:moveTo>
                <a:lnTo>
                  <a:pt x="412943" y="415692"/>
                </a:lnTo>
                <a:lnTo>
                  <a:pt x="825886" y="457200"/>
                </a:lnTo>
                <a:lnTo>
                  <a:pt x="1238829" y="420051"/>
                </a:lnTo>
                <a:lnTo>
                  <a:pt x="1651772" y="16851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฿346.15 /ร้อยฟอง · C·E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+3.2%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+14.4%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91637"/>
                </a:lnTo>
                <a:lnTo>
                  <a:pt x="825886" y="191637"/>
                </a:lnTo>
                <a:lnTo>
                  <a:pt x="1238829" y="292498"/>
                </a:lnTo>
                <a:lnTo>
                  <a:pt x="1651772" y="9077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฿43.00 /กก. · C·E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+3.5%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+2.3%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11737"/>
                </a:lnTo>
                <a:lnTo>
                  <a:pt x="825886" y="304458"/>
                </a:lnTo>
                <a:lnTo>
                  <a:pt x="1238829" y="457200"/>
                </a:lnTo>
                <a:lnTo>
                  <a:pt x="1651772" y="242951"/>
                </a:lnTo>
                <a:lnTo>
                  <a:pt x="2064715" y="8815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9303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฿70.33 /กก. · C·W·E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+8.8%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+26.7%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61078"/>
                </a:moveTo>
                <a:lnTo>
                  <a:pt x="412943" y="110564"/>
                </a:lnTo>
                <a:lnTo>
                  <a:pt x="825886" y="457200"/>
                </a:lnTo>
                <a:lnTo>
                  <a:pt x="1238829" y="293843"/>
                </a:lnTo>
                <a:lnTo>
                  <a:pt x="1651772" y="177301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฿17,815 /ตัน · Isan·N·C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+14.4%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+8.2%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9810"/>
                </a:lnTo>
                <a:lnTo>
                  <a:pt x="825886" y="168554"/>
                </a:lnTo>
                <a:lnTo>
                  <a:pt x="1238829" y="54643"/>
                </a:lnTo>
                <a:lnTo>
                  <a:pt x="1651772" y="63603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฿9.87 /กก. · North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+15.9%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+10.9%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5874"/>
                </a:lnTo>
                <a:lnTo>
                  <a:pt x="825886" y="86497"/>
                </a:lnTo>
                <a:lnTo>
                  <a:pt x="1238829" y="0"/>
                </a:lnTo>
                <a:lnTo>
                  <a:pt x="1651772" y="46955"/>
                </a:lnTo>
                <a:lnTo>
                  <a:pt x="2064715" y="269377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780673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฿8.55 /กก. · South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+23.3%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+25.0%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3788"/>
                </a:moveTo>
                <a:lnTo>
                  <a:pt x="412943" y="446964"/>
                </a:lnTo>
                <a:lnTo>
                  <a:pt x="825886" y="457200"/>
                </a:lnTo>
                <a:lnTo>
                  <a:pt x="1238829" y="300250"/>
                </a:lnTo>
                <a:lnTo>
                  <a:pt x="1651772" y="8529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฿81.51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+40.2%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+35.1%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87287"/>
                </a:lnTo>
                <a:lnTo>
                  <a:pt x="825886" y="158892"/>
                </a:lnTo>
                <a:lnTo>
                  <a:pt x="1238829" y="0"/>
                </a:lnTo>
                <a:lnTo>
                  <a:pt x="1651772" y="38185"/>
                </a:lnTo>
                <a:lnTo>
                  <a:pt x="2064715" y="115325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62662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฿3.75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+72.1%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+48.8%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2338"/>
                </a:lnTo>
                <a:lnTo>
                  <a:pt x="825886" y="268448"/>
                </a:lnTo>
                <a:lnTo>
                  <a:pt x="1238829" y="163586"/>
                </a:lnTo>
                <a:lnTo>
                  <a:pt x="1651772" y="12583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฿129.23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+102.6%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−38.5%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3177"/>
                </a:moveTo>
                <a:lnTo>
                  <a:pt x="412943" y="0"/>
                </a:lnTo>
                <a:lnTo>
                  <a:pt x="825886" y="259737"/>
                </a:lnTo>
                <a:lnTo>
                  <a:pt x="1238829" y="443342"/>
                </a:lnTo>
                <a:lnTo>
                  <a:pt x="1651772" y="457200"/>
                </a:lnTo>
                <a:lnTo>
                  <a:pt x="2064715" y="428011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45730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2026-08-24, history vintage 2026-08-23.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2026M07),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−2.75%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795 (16.9%) · live · 2026-08-25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2026-08-25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5.6%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สมุทรปราการ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สงขลา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พะเยา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2026-08-25, river to 2026-08-25.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+17.0%, but four provinces fell — all on the coconut (มะพร้าว) belt, worst สมุทรสงคราม at −62.5%.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−2.8%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2026-08-24 · Thai price history 2026-08-23 · crop cost of production OAE Cai-up 2568 (crop year 2568/69, OAE forecast Mar 2569) · drought 2026-06-21 · CPI 2026-05 · GDP 2026-Q1 · IMF WEO 2026 · resale index 2026-05 · registrations to 2026-01 · household debt NSO SES 2566 · wages NSO LFS 2568 · telemetry 2026-08-25.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