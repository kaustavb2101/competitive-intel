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2026-08-10,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129 of 795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2026-08-13.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36,479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10.56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33.013, 2026-08-10.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−67.6%,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+42% rubber, +64% cassava, +25% palm, +14%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four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+24.7%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+42.4%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+64.3%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+126.5%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2026-08-13,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795 (16.2%) · live · 2026-08-14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เลย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2026-08-14, river to 2026-08-14.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+16.9%, but four provinces fell — all on the coconut (มะพร้าว) belt, worst สมุทรสงคราม at −63.2%.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2026-08-13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2026-08-14.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