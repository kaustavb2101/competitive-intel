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83%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2026-09-04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2026-09-04,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129 of 790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2026-09-07. The six-month move is computed from NABC's own monthly series (thai_price_history, vintage 2026-09-05);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32.920, 2026-09-04.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−68.6%,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+76% cassava, +23% palm, +13% rice at the farm gate. Crop income rose in every region.
•  Four provinces fell — all coconut, all on the western gulf. Coconut price is down 69%.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−68.6%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+4.8%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+6.8%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Isan·N·C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North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C·W·E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+18.4%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+16.2%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+75.9%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+181.0%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2026-09-07, history vintage 2026-09-05.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790 (16.3%) · live · 2026-09-08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2026-09-08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ยโสธร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ลำพูน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พะเยา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2026-09-08, river to 2026-09-08.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+15.9%, but four provinces fell — all on the coconut (มะพร้าว) belt, worst สมุทรสงคราม at −64.2%.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2026-09-07 · Thai price history 2026-09-05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2026-09-08.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