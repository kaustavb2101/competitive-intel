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Seven of seventeen Thai farm-gate prices are falling year on year.
• Beef: farm gate −6.1% vs world index +11.8%.
• Margin over price: a 26% price move becomes an 83%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2026-08-07,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167 of 796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48/143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Seven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1086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Pork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W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White shrimp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Fisheries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 coast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26963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298899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283354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2026-08-07.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033162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033162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179466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383936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33.055, 2026-08-07.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−68.4%,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+42% rubber, +61% cassava, +26% palm, +14%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−68.4%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−0.4%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YoY +0.0%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+25.5%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+41.6%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+61.3%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+105.0%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2026-08-07,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796 (21.0%) · live · 2026-08-09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2026-08-09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10/28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2026-08-09, river to 2026-08-09.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+16.1%, but four provinces fell — all on the coconut (มะพร้าว) belt, worst สมุทรสงคราม at −64.0%.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2026-08-07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2026-08-09.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